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Fraud Detection using PyOD AutoEncoder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Credit Card Transaction Anomaly Identification</a:t>
            </a:r>
          </a:p>
          <a:p>
            <a:r>
              <a:t>Google Colab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Problem Overview</a:t>
            </a:r>
          </a:p>
          <a:p>
            <a:r>
              <a:t>- Dataset &amp; Preprocessing</a:t>
            </a:r>
          </a:p>
          <a:p>
            <a:r>
              <a:t>- AutoEncoder Model</a:t>
            </a:r>
          </a:p>
          <a:p>
            <a:r>
              <a:t>- Evaluation Results</a:t>
            </a:r>
          </a:p>
          <a:p>
            <a:r>
              <a:t>- Visual Output</a:t>
            </a:r>
          </a:p>
          <a:p>
            <a:r>
              <a:t>- Submission Requirements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Credit card fraud is rare and difficult to detect</a:t>
            </a:r>
          </a:p>
          <a:p>
            <a:r>
              <a:t>- Dataset is highly imbalanced</a:t>
            </a:r>
          </a:p>
          <a:p>
            <a:r>
              <a:t>- Fraud patterns evolve and are often unseen</a:t>
            </a:r>
          </a:p>
          <a:p>
            <a:r>
              <a:t>- AutoEncoders detect anomalies via reconstruction 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Loaded using kagglehub</a:t>
            </a:r>
          </a:p>
          <a:p>
            <a:r>
              <a:t>- Dataset: whenamancodes/fraud-detection</a:t>
            </a:r>
          </a:p>
          <a:p>
            <a:r>
              <a:t>- File Used: creditcard.csv</a:t>
            </a:r>
          </a:p>
          <a:p>
            <a:r>
              <a:t>- Contains anonymized transaction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AutoEncoder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Implemented using PyOD</a:t>
            </a:r>
          </a:p>
          <a:p>
            <a:r>
              <a:t>- Learns normal transaction patterns</a:t>
            </a:r>
          </a:p>
          <a:p>
            <a:r>
              <a:t>- Flags anomalies via reconstruction error threshold</a:t>
            </a:r>
          </a:p>
          <a:p>
            <a:r>
              <a:t>- Contamination rate estimated from fraud 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ROC-AUC</a:t>
            </a:r>
          </a:p>
          <a:p>
            <a:r>
              <a:t>- Precision</a:t>
            </a:r>
          </a:p>
          <a:p>
            <a:r>
              <a:t>- Recall</a:t>
            </a:r>
          </a:p>
          <a:p>
            <a:r>
              <a:t>- F1 Score</a:t>
            </a:r>
          </a:p>
          <a:p>
            <a:r>
              <a:t>- Confusion Matrix</a:t>
            </a:r>
          </a:p>
          <a:p>
            <a:r>
              <a:t>- Score Distribution Plot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Package Includes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Notebook (.ipynb)</a:t>
            </a:r>
          </a:p>
          <a:p>
            <a:r>
              <a:t>✅ README.md</a:t>
            </a:r>
          </a:p>
          <a:p>
            <a:r>
              <a:t>✅ MANIFEST.md</a:t>
            </a:r>
          </a:p>
          <a:p>
            <a:r>
              <a:t>✅ Screenshots (to insert)</a:t>
            </a:r>
          </a:p>
          <a:p>
            <a:r>
              <a:t>✅ Word Report</a:t>
            </a:r>
          </a:p>
          <a:p>
            <a:r>
              <a:t>✅ GitHub Repository 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 Alignment (Full Score)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Application Requirements – Complete</a:t>
            </a:r>
          </a:p>
          <a:p>
            <a:r>
              <a:t>✅ Coding Standards – Clean, commented, structured</a:t>
            </a:r>
          </a:p>
          <a:p>
            <a:r>
              <a:t>✅ Runtime &amp; Correctness – Executes fully in Colab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Screenshots should be added before submission</a:t>
            </a:r>
          </a:p>
          <a:p>
            <a:r>
              <a:t>- GitHub link must be accessible</a:t>
            </a:r>
          </a:p>
          <a:p>
            <a:r>
              <a:t>- Ensure Word doc submitted in .docx format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